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/>
</inkml:ink>
</file>

<file path=ppt/ink/ink2.xml><?xml version="1.0" encoding="utf-8"?>
<inkml:ink xmlns:inkml="http://www.w3.org/2003/InkML">
  <inkml:definitions/>
</inkml:ink>
</file>

<file path=ppt/ink/ink3.xml><?xml version="1.0" encoding="utf-8"?>
<inkml:ink xmlns:inkml="http://www.w3.org/2003/InkML">
  <inkml:definitions/>
</inkml:ink>
</file>

<file path=ppt/ink/ink4.xml><?xml version="1.0" encoding="utf-8"?>
<inkml:ink xmlns:inkml="http://www.w3.org/2003/InkML">
  <inkml:definitions/>
</inkml:ink>
</file>

<file path=ppt/ink/ink5.xml><?xml version="1.0" encoding="utf-8"?>
<inkml:ink xmlns:inkml="http://www.w3.org/2003/InkML">
  <inkml:definitions/>
</inkml:ink>
</file>

<file path=ppt/ink/ink6.xml><?xml version="1.0" encoding="utf-8"?>
<inkml:ink xmlns:inkml="http://www.w3.org/2003/InkML">
  <inkml:definitions/>
</inkml:ink>
</file>

<file path=ppt/ink/ink7.xml><?xml version="1.0" encoding="utf-8"?>
<inkml:ink xmlns:inkml="http://www.w3.org/2003/InkML">
  <inkml:definitions/>
</inkml:ink>
</file>

<file path=ppt/ink/ink8.xml><?xml version="1.0" encoding="utf-8"?>
<inkml:ink xmlns:inkml="http://www.w3.org/2003/InkML">
  <inkml:definitions/>
</inkml:ink>
</file>

<file path=ppt/ink/ink9.xml><?xml version="1.0" encoding="utf-8"?>
<inkml:ink xmlns:inkml="http://www.w3.org/2003/InkML">
  <inkml:definitions/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5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10486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6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5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76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681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1048682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83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684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68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8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88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89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690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2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693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12" Type="http://schemas.openxmlformats.org/officeDocument/2006/relationships/customXml" Target="../ink/ink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customXml" Target="../ink/ink2.xml"/><Relationship Id="rId10" Type="http://schemas.openxmlformats.org/officeDocument/2006/relationships/customXml" Target="../ink/ink7.xml"/><Relationship Id="rId4" Type="http://schemas.openxmlformats.org/officeDocument/2006/relationships/customXml" Target="../ink/ink1.xml"/><Relationship Id="rId9" Type="http://schemas.openxmlformats.org/officeDocument/2006/relationships/customXml" Target="../ink/ink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325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048602" name="TextBox 13"/>
          <p:cNvSpPr txBox="1"/>
          <p:nvPr/>
        </p:nvSpPr>
        <p:spPr>
          <a:xfrm>
            <a:off x="1505446" y="3256558"/>
            <a:ext cx="861060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Lucida Fax" panose="02060602050505020204" pitchFamily="18" charset="0"/>
              </a:rPr>
              <a:t>STUDENT NAME: </a:t>
            </a:r>
            <a:r>
              <a:rPr lang="en-US" sz="2400" dirty="0" err="1" smtClean="0">
                <a:latin typeface="Lucida Fax" panose="02060602050505020204" pitchFamily="18" charset="0"/>
              </a:rPr>
              <a:t>Kumaran</a:t>
            </a:r>
            <a:r>
              <a:rPr lang="en-US" sz="2400" dirty="0" smtClean="0">
                <a:latin typeface="Lucida Fax" panose="02060602050505020204" pitchFamily="18" charset="0"/>
              </a:rPr>
              <a:t> M</a:t>
            </a:r>
            <a:endParaRPr lang="en-US" sz="2400" dirty="0">
              <a:latin typeface="Lucida Fax" panose="02060602050505020204" pitchFamily="18" charset="0"/>
            </a:endParaRPr>
          </a:p>
          <a:p>
            <a:r>
              <a:rPr lang="en-US" sz="2400" dirty="0">
                <a:latin typeface="Lucida Fax" panose="02060602050505020204" pitchFamily="18" charset="0"/>
              </a:rPr>
              <a:t>REGISTER NO AND NMID: </a:t>
            </a:r>
            <a:r>
              <a:rPr lang="en-US" sz="2400" dirty="0" smtClean="0">
                <a:latin typeface="Lucida Fax" panose="02060602050505020204" pitchFamily="18" charset="0"/>
              </a:rPr>
              <a:t>asunm1667sae241667309</a:t>
            </a:r>
            <a:endParaRPr lang="en-US" sz="2400" dirty="0">
              <a:latin typeface="Lucida Fax" panose="02060602050505020204" pitchFamily="18" charset="0"/>
              <a:cs typeface="Calibri"/>
            </a:endParaRPr>
          </a:p>
          <a:p>
            <a:r>
              <a:rPr lang="en-US" sz="2400" dirty="0">
                <a:latin typeface="Lucida Fax" panose="02060602050505020204" pitchFamily="18" charset="0"/>
              </a:rPr>
              <a:t>DEPARTMENT: </a:t>
            </a:r>
            <a:r>
              <a:rPr lang="en-US" sz="2400" dirty="0" err="1" smtClean="0">
                <a:latin typeface="Lucida Fax" panose="02060602050505020204" pitchFamily="18" charset="0"/>
              </a:rPr>
              <a:t>B.Sc</a:t>
            </a:r>
            <a:r>
              <a:rPr lang="en-US" sz="2400" dirty="0" smtClean="0">
                <a:latin typeface="Lucida Fax" panose="02060602050505020204" pitchFamily="18" charset="0"/>
              </a:rPr>
              <a:t> [</a:t>
            </a:r>
            <a:r>
              <a:rPr lang="en-US" sz="2400" dirty="0" err="1" smtClean="0">
                <a:latin typeface="Lucida Fax" panose="02060602050505020204" pitchFamily="18" charset="0"/>
              </a:rPr>
              <a:t>Comp.Sci</a:t>
            </a:r>
            <a:r>
              <a:rPr lang="en-US" sz="2400" dirty="0" smtClean="0">
                <a:latin typeface="Lucida Fax" panose="02060602050505020204" pitchFamily="18" charset="0"/>
              </a:rPr>
              <a:t>]</a:t>
            </a:r>
            <a:endParaRPr lang="en-US" sz="2400" dirty="0">
              <a:latin typeface="Lucida Fax" panose="02060602050505020204" pitchFamily="18" charset="0"/>
            </a:endParaRPr>
          </a:p>
          <a:p>
            <a:r>
              <a:rPr lang="en-US" sz="2400" dirty="0">
                <a:latin typeface="Lucida Fax" panose="02060602050505020204" pitchFamily="18" charset="0"/>
              </a:rPr>
              <a:t>COLLEGE: </a:t>
            </a:r>
            <a:r>
              <a:rPr lang="en-US" sz="2400" dirty="0" err="1" smtClean="0">
                <a:latin typeface="Lucida Fax" panose="02060602050505020204" pitchFamily="18" charset="0"/>
              </a:rPr>
              <a:t>Ponnusamy</a:t>
            </a:r>
            <a:r>
              <a:rPr lang="en-US" sz="2400" dirty="0" smtClean="0">
                <a:latin typeface="Lucida Fax" panose="02060602050505020204" pitchFamily="18" charset="0"/>
              </a:rPr>
              <a:t> </a:t>
            </a:r>
            <a:r>
              <a:rPr lang="en-US" sz="2400" dirty="0" err="1" smtClean="0">
                <a:latin typeface="Lucida Fax" panose="02060602050505020204" pitchFamily="18" charset="0"/>
              </a:rPr>
              <a:t>Nadar</a:t>
            </a:r>
            <a:r>
              <a:rPr lang="en-US" sz="2400" dirty="0" smtClean="0">
                <a:latin typeface="Lucida Fax" panose="02060602050505020204" pitchFamily="18" charset="0"/>
              </a:rPr>
              <a:t> College Of Arts &amp; Science</a:t>
            </a:r>
            <a:endParaRPr lang="en-US" sz="2400" dirty="0">
              <a:latin typeface="Lucida Fax" panose="02060602050505020204" pitchFamily="18" charset="0"/>
            </a:endParaRP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8700" name="Ink 1048699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0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701" name="Ink 1048700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1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702" name="Ink 1048701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2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703" name="Ink 1048702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3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704" name="Ink 1048703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4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705" name="Ink 1048704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5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706" name="Ink 1048705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6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707" name="Ink 1048706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7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708" name="Ink 1048707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08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7277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" name="Rectangle 1"/>
          <p:cNvSpPr/>
          <p:nvPr/>
        </p:nvSpPr>
        <p:spPr>
          <a:xfrm>
            <a:off x="1249623" y="3291333"/>
            <a:ext cx="9448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Lucida Fax" panose="02060602050505020204" pitchFamily="18" charset="0"/>
              </a:rPr>
              <a:t>Title:</a:t>
            </a:r>
            <a:r>
              <a:rPr lang="en-IN" sz="2800" dirty="0">
                <a:latin typeface="Lucida Fax" panose="02060602050505020204" pitchFamily="18" charset="0"/>
              </a:rPr>
              <a:t> Personal Portfolio Project</a:t>
            </a:r>
            <a:br>
              <a:rPr lang="en-IN" sz="2800" dirty="0">
                <a:latin typeface="Lucida Fax" panose="02060602050505020204" pitchFamily="18" charset="0"/>
              </a:rPr>
            </a:br>
            <a:r>
              <a:rPr lang="en-IN" sz="2800" b="1" dirty="0">
                <a:latin typeface="Lucida Fax" panose="02060602050505020204" pitchFamily="18" charset="0"/>
              </a:rPr>
              <a:t>Subtitle:</a:t>
            </a:r>
            <a:r>
              <a:rPr lang="en-IN" sz="2800" dirty="0">
                <a:latin typeface="Lucida Fax" panose="02060602050505020204" pitchFamily="18" charset="0"/>
              </a:rPr>
              <a:t> By </a:t>
            </a:r>
            <a:r>
              <a:rPr lang="en-IN" sz="2800" dirty="0" err="1">
                <a:latin typeface="Lucida Fax" panose="02060602050505020204" pitchFamily="18" charset="0"/>
              </a:rPr>
              <a:t>Kumaran</a:t>
            </a:r>
            <a:r>
              <a:rPr lang="en-IN" sz="2800" dirty="0">
                <a:latin typeface="Lucida Fax" panose="02060602050505020204" pitchFamily="18" charset="0"/>
              </a:rPr>
              <a:t> | </a:t>
            </a:r>
            <a:r>
              <a:rPr lang="en-IN" sz="2800" dirty="0" err="1">
                <a:latin typeface="Lucida Fax" panose="02060602050505020204" pitchFamily="18" charset="0"/>
              </a:rPr>
              <a:t>B.Sc</a:t>
            </a:r>
            <a:r>
              <a:rPr lang="en-IN" sz="2800" dirty="0">
                <a:latin typeface="Lucida Fax" panose="02060602050505020204" pitchFamily="18" charset="0"/>
              </a:rPr>
              <a:t> (CS), </a:t>
            </a:r>
            <a:r>
              <a:rPr lang="en-IN" sz="2800" dirty="0" err="1">
                <a:latin typeface="Lucida Fax" panose="02060602050505020204" pitchFamily="18" charset="0"/>
              </a:rPr>
              <a:t>Ponnusamy</a:t>
            </a:r>
            <a:r>
              <a:rPr lang="en-IN" sz="2800" dirty="0">
                <a:latin typeface="Lucida Fax" panose="02060602050505020204" pitchFamily="18" charset="0"/>
              </a:rPr>
              <a:t> </a:t>
            </a:r>
            <a:r>
              <a:rPr lang="en-IN" sz="2800" dirty="0" err="1">
                <a:latin typeface="Lucida Fax" panose="02060602050505020204" pitchFamily="18" charset="0"/>
              </a:rPr>
              <a:t>Nadar</a:t>
            </a:r>
            <a:r>
              <a:rPr lang="en-IN" sz="2800" dirty="0">
                <a:latin typeface="Lucida Fax" panose="02060602050505020204" pitchFamily="18" charset="0"/>
              </a:rPr>
              <a:t> College of Arts &amp;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9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7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28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29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0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1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2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3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4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5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636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7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8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9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55" name="object 17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30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1048640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1638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1048641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1048642" name="TextBox 22"/>
          <p:cNvSpPr txBox="1"/>
          <p:nvPr/>
        </p:nvSpPr>
        <p:spPr>
          <a:xfrm>
            <a:off x="2509807" y="1041533"/>
            <a:ext cx="5029200" cy="5260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9677400" y="3705225"/>
            <a:ext cx="2219325" cy="2762250"/>
            <a:chOff x="7991475" y="2933700"/>
            <a:chExt cx="2762250" cy="325755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1048645" name="object 6"/>
          <p:cNvSpPr/>
          <p:nvPr/>
        </p:nvSpPr>
        <p:spPr>
          <a:xfrm>
            <a:off x="9363075" y="1121916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457200" y="196045"/>
            <a:ext cx="5636895" cy="1438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47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11" name="Rectangle 10"/>
          <p:cNvSpPr/>
          <p:nvPr/>
        </p:nvSpPr>
        <p:spPr>
          <a:xfrm>
            <a:off x="1371600" y="184785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800" dirty="0"/>
          </a:p>
        </p:txBody>
      </p:sp>
      <p:sp>
        <p:nvSpPr>
          <p:cNvPr id="12" name="Rectangle 11"/>
          <p:cNvSpPr/>
          <p:nvPr/>
        </p:nvSpPr>
        <p:spPr>
          <a:xfrm>
            <a:off x="1524000" y="200025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800" dirty="0"/>
          </a:p>
        </p:txBody>
      </p:sp>
      <p:sp>
        <p:nvSpPr>
          <p:cNvPr id="13" name="Rectangle 12"/>
          <p:cNvSpPr/>
          <p:nvPr/>
        </p:nvSpPr>
        <p:spPr>
          <a:xfrm>
            <a:off x="1676400" y="215265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800" dirty="0"/>
          </a:p>
        </p:txBody>
      </p:sp>
      <p:sp>
        <p:nvSpPr>
          <p:cNvPr id="14" name="Rectangle 13"/>
          <p:cNvSpPr/>
          <p:nvPr/>
        </p:nvSpPr>
        <p:spPr>
          <a:xfrm>
            <a:off x="538518" y="2116142"/>
            <a:ext cx="928616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Many students and professionals lack an organized way to present their skills and achievements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A </a:t>
            </a:r>
            <a:r>
              <a:rPr lang="en-US" sz="2800" dirty="0"/>
              <a:t>portfolio website provides a digital identity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It </a:t>
            </a:r>
            <a:r>
              <a:rPr lang="en-US" sz="2800" dirty="0"/>
              <a:t>helps recruiters and faculty easily evaluate skills, projects, and achievements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Need </a:t>
            </a:r>
            <a:r>
              <a:rPr lang="en-US" sz="2800" dirty="0"/>
              <a:t>for a responsive and professional portfolio to showcase my profile.</a:t>
            </a:r>
            <a:endParaRPr lang="en-IN" sz="2800" dirty="0"/>
          </a:p>
        </p:txBody>
      </p:sp>
      <p:sp>
        <p:nvSpPr>
          <p:cNvPr id="15" name="Rectangle 14"/>
          <p:cNvSpPr/>
          <p:nvPr/>
        </p:nvSpPr>
        <p:spPr>
          <a:xfrm>
            <a:off x="1981200" y="245745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800" dirty="0"/>
          </a:p>
        </p:txBody>
      </p:sp>
      <p:sp>
        <p:nvSpPr>
          <p:cNvPr id="16" name="Rectangle 15"/>
          <p:cNvSpPr/>
          <p:nvPr/>
        </p:nvSpPr>
        <p:spPr>
          <a:xfrm>
            <a:off x="2133600" y="260985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9067800" y="3733800"/>
            <a:ext cx="3429000" cy="2724150"/>
            <a:chOff x="8658225" y="2647950"/>
            <a:chExt cx="3533775" cy="3810000"/>
          </a:xfrm>
        </p:grpSpPr>
        <p:sp>
          <p:nvSpPr>
            <p:cNvPr id="1048648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49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1048650" name="object 6"/>
          <p:cNvSpPr/>
          <p:nvPr/>
        </p:nvSpPr>
        <p:spPr>
          <a:xfrm>
            <a:off x="8534400" y="864884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1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1438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52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2" name="Rectangle 1"/>
          <p:cNvSpPr/>
          <p:nvPr/>
        </p:nvSpPr>
        <p:spPr>
          <a:xfrm>
            <a:off x="676275" y="2016144"/>
            <a:ext cx="99917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personal portfolio website designed using HTML, CSS, and </a:t>
            </a:r>
            <a:r>
              <a:rPr lang="en-US" sz="2800" dirty="0" err="1"/>
              <a:t>JavaScript.Contains</a:t>
            </a:r>
            <a:r>
              <a:rPr lang="en-US" sz="2800" dirty="0"/>
              <a:t> sections like Home, About Me, </a:t>
            </a:r>
            <a:r>
              <a:rPr lang="en-US" sz="2800" dirty="0" err="1"/>
              <a:t>Contact.Highlights</a:t>
            </a:r>
            <a:r>
              <a:rPr lang="en-US" sz="2800" dirty="0"/>
              <a:t> skills, education, and </a:t>
            </a:r>
            <a:r>
              <a:rPr lang="en-US" sz="2800" dirty="0" err="1"/>
              <a:t>interests.Provides</a:t>
            </a:r>
            <a:r>
              <a:rPr lang="en-US" sz="2800" dirty="0"/>
              <a:t> a simple way to connect with </a:t>
            </a:r>
            <a:r>
              <a:rPr lang="en-US" sz="2800" dirty="0" err="1"/>
              <a:t>me.Built</a:t>
            </a:r>
            <a:r>
              <a:rPr lang="en-US" sz="2800" dirty="0"/>
              <a:t> with a red theme for an attractive design.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4" name="object 3"/>
          <p:cNvSpPr/>
          <p:nvPr/>
        </p:nvSpPr>
        <p:spPr>
          <a:xfrm>
            <a:off x="7848600" y="891793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5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6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1083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1048657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2" name="Rectangle 1"/>
          <p:cNvSpPr/>
          <p:nvPr/>
        </p:nvSpPr>
        <p:spPr>
          <a:xfrm>
            <a:off x="1219200" y="2362200"/>
            <a:ext cx="9677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Recruiters &amp; Employers → To evaluate skills and hire me.Faculty Members → For academic purposes and project evaluation.Classmates &amp; Peers → To share knowledge and collaborate.General Visitors → Anyone interested in knowing about me.</a:t>
            </a: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1048658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9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0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1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622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62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4" name="Rectangle 3"/>
          <p:cNvSpPr/>
          <p:nvPr/>
        </p:nvSpPr>
        <p:spPr>
          <a:xfrm>
            <a:off x="2391727" y="2908518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dirty="0"/>
              <a:t>Frontend: HTML5, CSS3, </a:t>
            </a:r>
            <a:r>
              <a:rPr lang="en-IN" sz="2800" dirty="0" err="1"/>
              <a:t>JavaScriptIcons</a:t>
            </a:r>
            <a:r>
              <a:rPr lang="en-IN" sz="2800" dirty="0"/>
              <a:t> &amp; Styling: </a:t>
            </a:r>
            <a:r>
              <a:rPr lang="en-IN" sz="2800" dirty="0" err="1"/>
              <a:t>BoxiconsVersion</a:t>
            </a:r>
            <a:r>
              <a:rPr lang="en-IN" sz="2800" dirty="0"/>
              <a:t> Control &amp; Hosting: </a:t>
            </a:r>
            <a:r>
              <a:rPr lang="en-IN" sz="2800" dirty="0" err="1"/>
              <a:t>GitHubDesign</a:t>
            </a:r>
            <a:r>
              <a:rPr lang="en-IN" sz="2800" dirty="0"/>
              <a:t> Theme: Red </a:t>
            </a:r>
            <a:r>
              <a:rPr lang="en-IN" sz="2800" dirty="0" err="1"/>
              <a:t>Color</a:t>
            </a:r>
            <a:r>
              <a:rPr lang="en-IN" sz="2800" dirty="0"/>
              <a:t> UI with responsive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65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1048664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5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</a:t>
            </a:r>
            <a:r>
              <a:rPr lang="en-IN" sz="4000" b="1" spc="15" dirty="0" smtClean="0">
                <a:latin typeface="Trebuchet MS"/>
                <a:cs typeface="Trebuchet MS"/>
              </a:rPr>
              <a:t>AND </a:t>
            </a:r>
            <a:r>
              <a:rPr lang="en-IN" sz="4000" b="1" spc="15" dirty="0">
                <a:latin typeface="Trebuchet MS"/>
                <a:cs typeface="Trebuchet MS"/>
              </a:rPr>
              <a:t>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048666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47800" y="1676400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Header &amp; Navigation Bar (Home, About, Contact)Home Section → Intro with Name, Course, and </a:t>
            </a:r>
            <a:r>
              <a:rPr lang="en-US" sz="2800" dirty="0" err="1"/>
              <a:t>CollegeAbout</a:t>
            </a:r>
            <a:r>
              <a:rPr lang="en-US" sz="2800" dirty="0"/>
              <a:t> Section → Personal details, skills, and </a:t>
            </a:r>
            <a:r>
              <a:rPr lang="en-US" sz="2800" dirty="0" err="1"/>
              <a:t>interestsContact</a:t>
            </a:r>
            <a:r>
              <a:rPr lang="en-US" sz="2800" dirty="0"/>
              <a:t> Section → Contact form and social media </a:t>
            </a:r>
            <a:r>
              <a:rPr lang="en-US" sz="2800" dirty="0" err="1"/>
              <a:t>linksFooter</a:t>
            </a:r>
            <a:r>
              <a:rPr lang="en-US" sz="2800" dirty="0"/>
              <a:t> → Credits and copyright</a:t>
            </a: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812800"/>
          </a:xfrm>
        </p:spPr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905000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dirty="0"/>
              <a:t>Responsive Design → Works on mobile, tablet, and desktop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Contact </a:t>
            </a:r>
            <a:r>
              <a:rPr lang="en-IN" sz="2800" dirty="0"/>
              <a:t>Form → Allows users to send </a:t>
            </a:r>
            <a:r>
              <a:rPr lang="en-IN" sz="2800" dirty="0" smtClean="0"/>
              <a:t>messages</a:t>
            </a:r>
          </a:p>
          <a:p>
            <a:r>
              <a:rPr lang="en-IN" sz="2800" dirty="0" smtClean="0"/>
              <a:t>Navigation </a:t>
            </a:r>
            <a:r>
              <a:rPr lang="en-IN" sz="2800" dirty="0"/>
              <a:t>Highlight → Active section link is highlighted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Social </a:t>
            </a:r>
            <a:r>
              <a:rPr lang="en-IN" sz="2800" dirty="0"/>
              <a:t>Media Links → </a:t>
            </a:r>
            <a:r>
              <a:rPr lang="en-IN" sz="2800" dirty="0" err="1"/>
              <a:t>GitHub</a:t>
            </a:r>
            <a:r>
              <a:rPr lang="en-IN" sz="2800" dirty="0"/>
              <a:t>, LinkedIn, </a:t>
            </a:r>
            <a:r>
              <a:rPr lang="en-IN" sz="2800" dirty="0" err="1"/>
              <a:t>Instagram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Clean </a:t>
            </a:r>
            <a:r>
              <a:rPr lang="en-IN" sz="2800" dirty="0"/>
              <a:t>Layout → User-friendly and attractive.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70" name="object 4"/>
          <p:cNvSpPr/>
          <p:nvPr/>
        </p:nvSpPr>
        <p:spPr>
          <a:xfrm>
            <a:off x="10106407" y="1625313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7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66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75" y="4343400"/>
            <a:ext cx="1914525" cy="2457448"/>
          </a:xfrm>
          <a:prstGeom prst="rect">
            <a:avLst/>
          </a:prstGeom>
        </p:spPr>
      </p:pic>
      <p:sp>
        <p:nvSpPr>
          <p:cNvPr id="1048672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7277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1048673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882723" y="1737943"/>
            <a:ext cx="85340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working personal portfolio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website.Easy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 and professional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look.Interactive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added (menu toggle, active section highlight).Supports multiple devices (responsive).(Screenshots of the website can be inserted here in the PPT)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7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7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67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1048678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826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104867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7237" y="1764999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Developed practical knowledge in HTML, CSS, and </a:t>
            </a:r>
            <a:r>
              <a:rPr lang="en-US" sz="2800" dirty="0" err="1"/>
              <a:t>JavaScript.Learned</a:t>
            </a:r>
            <a:r>
              <a:rPr lang="en-US" sz="2800" dirty="0"/>
              <a:t> to design a responsive </a:t>
            </a:r>
            <a:r>
              <a:rPr lang="en-US" sz="2800" dirty="0" err="1"/>
              <a:t>website.Created</a:t>
            </a:r>
            <a:r>
              <a:rPr lang="en-US" sz="2800" dirty="0"/>
              <a:t> a portfolio that will help in academics and future </a:t>
            </a:r>
            <a:r>
              <a:rPr lang="en-US" sz="2800" dirty="0" err="1"/>
              <a:t>career.Improved</a:t>
            </a:r>
            <a:r>
              <a:rPr lang="en-US" sz="2800" dirty="0"/>
              <a:t> confidence in coding and web development.</a:t>
            </a:r>
            <a:endParaRPr lang="en-I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 LINK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47800" y="1828800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latin typeface="Lucida Fax" panose="02060602050505020204" pitchFamily="18" charset="0"/>
              </a:rPr>
              <a:t>This is my </a:t>
            </a:r>
            <a:r>
              <a:rPr lang="en-IN" b="1" dirty="0" err="1" smtClean="0">
                <a:latin typeface="Lucida Fax" panose="02060602050505020204" pitchFamily="18" charset="0"/>
              </a:rPr>
              <a:t>Github</a:t>
            </a:r>
            <a:r>
              <a:rPr lang="en-IN" b="1" dirty="0" smtClean="0">
                <a:latin typeface="Lucida Fax" panose="02060602050505020204" pitchFamily="18" charset="0"/>
              </a:rPr>
              <a:t> link: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		https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://github.com/murugan16061992-lgtm</a:t>
            </a:r>
          </a:p>
        </p:txBody>
      </p:sp>
    </p:spTree>
    <p:extLst>
      <p:ext uri="{BB962C8B-B14F-4D97-AF65-F5344CB8AC3E}">
        <p14:creationId xmlns:p14="http://schemas.microsoft.com/office/powerpoint/2010/main" val="373920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415</Words>
  <Application>Microsoft Office PowerPoint</Application>
  <PresentationFormat>Widescreen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Lucida Fax</vt:lpstr>
      <vt:lpstr>Roboto</vt:lpstr>
      <vt:lpstr>Times New Roman</vt:lpstr>
      <vt:lpstr>Trebuchet MS</vt:lpstr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  <vt:lpstr>GITHUB LINK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LAB 4</cp:lastModifiedBy>
  <cp:revision>7</cp:revision>
  <dcterms:created xsi:type="dcterms:W3CDTF">2024-03-29T04:07:22Z</dcterms:created>
  <dcterms:modified xsi:type="dcterms:W3CDTF">2025-09-11T08:20:04Z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a72fb76dd30746c79c7826807d6bd254</vt:lpwstr>
  </property>
</Properties>
</file>